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113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5"/>
  </p:normalViewPr>
  <p:slideViewPr>
    <p:cSldViewPr snapToGrid="0">
      <p:cViewPr>
        <p:scale>
          <a:sx n="86" d="100"/>
          <a:sy n="86" d="100"/>
        </p:scale>
        <p:origin x="1784" y="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75EC43-FCB3-1644-B7A0-87C0AD809D03}" type="datetimeFigureOut">
              <a:rPr lang="en-US" smtClean="0"/>
              <a:t>8/10/26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280ACF-2109-C841-80B4-28DE6AAEF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061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F49D6-C000-53D2-BCB0-3367BBDC5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F4F295-0767-0B41-FE1A-E1D0C56F60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B126A5-B36D-EE20-2F07-4296E806B6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…overture, a suite of modular software micro services each with their own narrowly defined responsibilities that combines (move to next slide)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E7F591-F608-1763-42D8-E270DE5732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D9320A-4539-C241-8BEB-2CA72ECF57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751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ACE8D-0063-51BD-2E7C-C3BCF3CAE5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12659A-77C6-EBF1-2A0D-905960234E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9E6A86-E31B-C67C-00E1-5CAE67F3D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0A061-CD68-9343-B135-4E29EB6E8C72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745226-B9BC-0533-50AB-80FBE5015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37C46-D824-C528-218D-478B5D24E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04CA7-32CB-CD4D-8BFC-E47404A28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315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E6EF0-F960-0C02-D937-C641EF4DE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460A8-485A-AFF0-3A33-B67F7F831F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19E1B9-87A4-D36F-6E0C-0962558B1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0A061-CD68-9343-B135-4E29EB6E8C72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DD009-1CC7-63C6-26A5-A9F0CA7F5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6AA67-8C94-D71B-0845-14BA01104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04CA7-32CB-CD4D-8BFC-E47404A28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415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24661-AA5D-17AE-2331-30A9B0BAF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535766-05A7-E2DD-2604-40897BA23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661B12-ABB7-8DD1-14EB-0581F4156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0A061-CD68-9343-B135-4E29EB6E8C72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160CB-7ADB-A8D0-C614-B117A9E37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1EF5CA-D362-72A1-1689-CB0EA55AE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04CA7-32CB-CD4D-8BFC-E47404A28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526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99AF4-4817-B5F2-4DCA-AD422EA74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366E9-24B7-7472-FFB3-BED96A4AC8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24A15F-C56C-6778-C66D-1DBEB0FDD8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4CC056-0A4D-B3CF-0726-CD0D57C13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0A061-CD68-9343-B135-4E29EB6E8C72}" type="datetimeFigureOut">
              <a:rPr lang="en-US" smtClean="0"/>
              <a:t>8/10/26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45655C-F946-51FD-C3C8-F9944AF09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D9E09B-657A-7D0D-3570-C832D1BB9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04CA7-32CB-CD4D-8BFC-E47404A28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025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D3448-ADF4-D456-48EE-A81099CA8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8D105F-1D6B-932A-D3A6-BABE6C87F3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BBABB3-3836-E3AD-7871-28AA5FFEF7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2FC631-5565-E248-C5C1-9E344AF3F7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CA2DF4-6C03-E774-A3E7-75A564A884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875575-B14A-7334-DEC6-252482EA8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0A061-CD68-9343-B135-4E29EB6E8C72}" type="datetimeFigureOut">
              <a:rPr lang="en-US" smtClean="0"/>
              <a:t>8/10/26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6143F6-B74F-4F75-4F2F-C749CA3D2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8D43CB-398A-2E48-B2B4-1BB0609F9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04CA7-32CB-CD4D-8BFC-E47404A28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81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519A6-F143-2E21-0AAF-88F23911F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771B0F-516A-2456-0E93-3B0746C78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0A061-CD68-9343-B135-4E29EB6E8C72}" type="datetimeFigureOut">
              <a:rPr lang="en-US" smtClean="0"/>
              <a:t>8/10/26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DE68D9-FFA5-A114-86B9-B984693A1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E312D1-724F-1909-8C0A-551C2EF1C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04CA7-32CB-CD4D-8BFC-E47404A28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386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1BE9CE-15DE-8CD0-8762-425E0FAD7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0A061-CD68-9343-B135-4E29EB6E8C72}" type="datetimeFigureOut">
              <a:rPr lang="en-US" smtClean="0"/>
              <a:t>8/10/26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AB23A7-0006-BD1F-6943-68FC97C41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C9F31E-BE1E-63BA-1609-82721C881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04CA7-32CB-CD4D-8BFC-E47404A28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461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430C7-A5C6-C892-0937-46CD2E039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740D2-0799-4681-4BA8-6B17976408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66FB92-E5CF-CD07-1347-53F532AB64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AFD830-77D6-2C36-EED7-99A3452A1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0A061-CD68-9343-B135-4E29EB6E8C72}" type="datetimeFigureOut">
              <a:rPr lang="en-US" smtClean="0"/>
              <a:t>8/10/26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E89872-BBAF-3E5D-5A98-9C623F721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11BB6E-4432-E686-EB92-B359B3B01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04CA7-32CB-CD4D-8BFC-E47404A28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466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C24BF-84A5-1362-F2AB-CED6A5F93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AB9700-E46E-FB30-32C0-4649A8B266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58A99D-7C29-B831-7FDA-31383F842C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61154D-B43E-040C-85AB-E933A4152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0A061-CD68-9343-B135-4E29EB6E8C72}" type="datetimeFigureOut">
              <a:rPr lang="en-US" smtClean="0"/>
              <a:t>8/10/26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179F-AD68-1C81-413D-7E7FD2B56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E90ADC-CA8C-08ED-5188-8E5B1BFC1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04CA7-32CB-CD4D-8BFC-E47404A28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113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0F246-8717-F400-D4B4-CEC821A90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364A7A-86B6-C076-CF32-2EDC02D39C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21EBDA-E6A3-0B7A-23D4-811466AC6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0A061-CD68-9343-B135-4E29EB6E8C72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731F6-4147-6AD7-762D-C24719A84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90F405-74A8-A5D3-AFC4-A19319754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04CA7-32CB-CD4D-8BFC-E47404A28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256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D075CA-4206-547D-CDBD-2B1CAD552A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B61DC5-85EB-C6DF-6902-5AA149DA96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EC459C-7222-185C-E9DA-04A198AE6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0A061-CD68-9343-B135-4E29EB6E8C72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F3B5A9-15B1-CF08-2718-49635AB8C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65B32-6C21-D454-2C14-A90F9FE33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04CA7-32CB-CD4D-8BFC-E47404A28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3124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787710-CFEC-C4BB-4090-7C95431800EC}"/>
              </a:ext>
            </a:extLst>
          </p:cNvPr>
          <p:cNvSpPr/>
          <p:nvPr userDrawn="1"/>
        </p:nvSpPr>
        <p:spPr>
          <a:xfrm>
            <a:off x="-18184" y="-10275"/>
            <a:ext cx="12208454" cy="6858000"/>
          </a:xfrm>
          <a:prstGeom prst="rect">
            <a:avLst/>
          </a:prstGeom>
          <a:pattFill prst="dotGrid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7B1D7000-0ABD-B1E0-EE6E-E075A5A6D4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63625" y="923365"/>
            <a:ext cx="10057929" cy="55014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600" b="0" i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insert Title</a:t>
            </a:r>
            <a:endParaRPr lang="en-CA" dirty="0"/>
          </a:p>
        </p:txBody>
      </p:sp>
      <p:sp>
        <p:nvSpPr>
          <p:cNvPr id="5" name="Content Placeholder 54">
            <a:extLst>
              <a:ext uri="{FF2B5EF4-FFF2-40B4-BE49-F238E27FC236}">
                <a16:creationId xmlns:a16="http://schemas.microsoft.com/office/drawing/2014/main" id="{915E298F-C117-869B-72BE-B2E5DDC7ACF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70446" y="708398"/>
            <a:ext cx="10057930" cy="214967"/>
          </a:xfrm>
        </p:spPr>
        <p:txBody>
          <a:bodyPr>
            <a:noAutofit/>
          </a:bodyPr>
          <a:lstStyle>
            <a:lvl1pPr marL="0" indent="0">
              <a:buNone/>
              <a:defRPr sz="1050"/>
            </a:lvl1pPr>
          </a:lstStyle>
          <a:p>
            <a:pPr lvl="0"/>
            <a:r>
              <a:rPr lang="en-US" dirty="0"/>
              <a:t>SECTION HEADING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34873D-4113-B33B-A546-EDD86A7DA040}"/>
              </a:ext>
            </a:extLst>
          </p:cNvPr>
          <p:cNvSpPr txBox="1"/>
          <p:nvPr userDrawn="1"/>
        </p:nvSpPr>
        <p:spPr>
          <a:xfrm>
            <a:off x="10218947" y="6601013"/>
            <a:ext cx="182446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Cancer, Solved, Together</a:t>
            </a:r>
          </a:p>
        </p:txBody>
      </p:sp>
    </p:spTree>
    <p:extLst>
      <p:ext uri="{BB962C8B-B14F-4D97-AF65-F5344CB8AC3E}">
        <p14:creationId xmlns:p14="http://schemas.microsoft.com/office/powerpoint/2010/main" val="2481283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8DC78F-4B40-17BE-5FE3-B8108FEE2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31718C-C11E-06E9-B736-DA02AD2FD9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17AE6-FC2C-8910-7CA1-1E47C42526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50A061-CD68-9343-B135-4E29EB6E8C72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36DADE-3332-6189-DE14-EA0BB14090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779F12-A447-7E65-A931-ACF568F9EA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804CA7-32CB-CD4D-8BFC-E47404A28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084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A1775-ECB1-2EB4-5083-B85746C58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13BC6DAB-2CDE-433B-446B-16E7597461E6}"/>
              </a:ext>
            </a:extLst>
          </p:cNvPr>
          <p:cNvSpPr/>
          <p:nvPr/>
        </p:nvSpPr>
        <p:spPr>
          <a:xfrm>
            <a:off x="3718458" y="976455"/>
            <a:ext cx="4738711" cy="4745240"/>
          </a:xfrm>
          <a:prstGeom prst="ellipse">
            <a:avLst/>
          </a:prstGeom>
          <a:solidFill>
            <a:srgbClr val="EDF6F9">
              <a:alpha val="6661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B56BC27-FA93-B76E-A1D5-7A45F5B9AA15}"/>
              </a:ext>
            </a:extLst>
          </p:cNvPr>
          <p:cNvSpPr/>
          <p:nvPr/>
        </p:nvSpPr>
        <p:spPr>
          <a:xfrm>
            <a:off x="3718458" y="976455"/>
            <a:ext cx="4745241" cy="4745241"/>
          </a:xfrm>
          <a:prstGeom prst="ellipse">
            <a:avLst/>
          </a:prstGeom>
          <a:noFill/>
          <a:ln>
            <a:solidFill>
              <a:srgbClr val="4CC6F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84525B6-B9A6-ECD9-1670-FA2D225C7640}"/>
              </a:ext>
            </a:extLst>
          </p:cNvPr>
          <p:cNvSpPr/>
          <p:nvPr/>
        </p:nvSpPr>
        <p:spPr>
          <a:xfrm>
            <a:off x="2926431" y="265062"/>
            <a:ext cx="6327876" cy="6327876"/>
          </a:xfrm>
          <a:prstGeom prst="ellipse">
            <a:avLst/>
          </a:prstGeom>
          <a:noFill/>
          <a:ln>
            <a:solidFill>
              <a:srgbClr val="6B7484">
                <a:alpha val="47000"/>
              </a:srgb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F244956-FE7B-0BB2-0EFE-9781B206AF8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/>
          <a:stretch/>
        </p:blipFill>
        <p:spPr>
          <a:xfrm>
            <a:off x="5209471" y="4254445"/>
            <a:ext cx="1756682" cy="575475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82417C50-4280-7FE8-CF06-2D8A3287E7EE}"/>
              </a:ext>
            </a:extLst>
          </p:cNvPr>
          <p:cNvGrpSpPr/>
          <p:nvPr/>
        </p:nvGrpSpPr>
        <p:grpSpPr>
          <a:xfrm rot="20502258">
            <a:off x="3913774" y="868464"/>
            <a:ext cx="372571" cy="536074"/>
            <a:chOff x="3810419" y="604549"/>
            <a:chExt cx="372571" cy="536074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737D0D0F-5536-E17E-B06E-B6B4411041E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10419" y="604549"/>
              <a:ext cx="372571" cy="536074"/>
            </a:xfrm>
            <a:prstGeom prst="rect">
              <a:avLst/>
            </a:prstGeom>
          </p:spPr>
        </p:pic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E27C7D71-D517-551D-3304-39F5799BE12E}"/>
                </a:ext>
              </a:extLst>
            </p:cNvPr>
            <p:cNvSpPr/>
            <p:nvPr/>
          </p:nvSpPr>
          <p:spPr>
            <a:xfrm>
              <a:off x="4063082" y="737772"/>
              <a:ext cx="76332" cy="237161"/>
            </a:xfrm>
            <a:prstGeom prst="roundRect">
              <a:avLst/>
            </a:prstGeom>
            <a:solidFill>
              <a:srgbClr val="11315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" name="Picture 10" descr="A blue and white book with a white circle and a white circle with a white circle with a black background&#10;&#10;Description automatically generated">
            <a:extLst>
              <a:ext uri="{FF2B5EF4-FFF2-40B4-BE49-F238E27FC236}">
                <a16:creationId xmlns:a16="http://schemas.microsoft.com/office/drawing/2014/main" id="{4131681F-B160-5AB4-8C08-90B457B812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1302" y="2191576"/>
            <a:ext cx="681166" cy="625559"/>
          </a:xfrm>
          <a:prstGeom prst="rect">
            <a:avLst/>
          </a:prstGeom>
        </p:spPr>
      </p:pic>
      <p:pic>
        <p:nvPicPr>
          <p:cNvPr id="24" name="Picture 23" descr="A blue circle with arrows and a piece of paper&#10;&#10;Description automatically generated">
            <a:extLst>
              <a:ext uri="{FF2B5EF4-FFF2-40B4-BE49-F238E27FC236}">
                <a16:creationId xmlns:a16="http://schemas.microsoft.com/office/drawing/2014/main" id="{529859C9-442B-A69D-9F36-7EAEEC50AC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9378" y="4147830"/>
            <a:ext cx="821214" cy="813469"/>
          </a:xfrm>
          <a:prstGeom prst="rect">
            <a:avLst/>
          </a:prstGeom>
          <a:effectLst/>
        </p:spPr>
      </p:pic>
      <p:pic>
        <p:nvPicPr>
          <p:cNvPr id="25" name="Picture 24" descr="A blue box with a blue box and a blue box with a blue box and a blue box with a blue box with a blue box and a blue box with a blue box with a white box&#10;&#10;Description automatically generated">
            <a:extLst>
              <a:ext uri="{FF2B5EF4-FFF2-40B4-BE49-F238E27FC236}">
                <a16:creationId xmlns:a16="http://schemas.microsoft.com/office/drawing/2014/main" id="{1AF1094F-8E3D-DCC9-BB0E-515AB55057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51302" y="4105498"/>
            <a:ext cx="824858" cy="726076"/>
          </a:xfrm>
          <a:prstGeom prst="rect">
            <a:avLst/>
          </a:prstGeom>
          <a:effectLst/>
        </p:spPr>
      </p:pic>
      <p:pic>
        <p:nvPicPr>
          <p:cNvPr id="36" name="Picture 35" descr="A blue check mark in a shield&#10;&#10;Description automatically generated">
            <a:extLst>
              <a:ext uri="{FF2B5EF4-FFF2-40B4-BE49-F238E27FC236}">
                <a16:creationId xmlns:a16="http://schemas.microsoft.com/office/drawing/2014/main" id="{007480CF-AFB5-606B-01FE-2F7724655C0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0630" y="882105"/>
            <a:ext cx="547465" cy="619770"/>
          </a:xfrm>
          <a:prstGeom prst="rect">
            <a:avLst/>
          </a:prstGeom>
          <a:effectLst/>
        </p:spPr>
      </p:pic>
      <p:pic>
        <p:nvPicPr>
          <p:cNvPr id="37" name="Picture 36" descr="A blue circular object with arrows and a blue circle&#10;&#10;Description automatically generated">
            <a:extLst>
              <a:ext uri="{FF2B5EF4-FFF2-40B4-BE49-F238E27FC236}">
                <a16:creationId xmlns:a16="http://schemas.microsoft.com/office/drawing/2014/main" id="{2BA431F3-A872-BD4E-C8AE-F25EFFB5BFE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92390" y="2139042"/>
            <a:ext cx="631935" cy="678093"/>
          </a:xfrm>
          <a:prstGeom prst="rect">
            <a:avLst/>
          </a:prstGeom>
          <a:effectLst/>
        </p:spPr>
      </p:pic>
      <p:pic>
        <p:nvPicPr>
          <p:cNvPr id="42" name="Picture 41" descr="A blue magnifying glass and a black background&#10;&#10;Description automatically generated">
            <a:extLst>
              <a:ext uri="{FF2B5EF4-FFF2-40B4-BE49-F238E27FC236}">
                <a16:creationId xmlns:a16="http://schemas.microsoft.com/office/drawing/2014/main" id="{9CD9ACE8-80E3-DE1C-6E3E-D0EA46A4059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65903" y="5427528"/>
            <a:ext cx="915732" cy="583840"/>
          </a:xfrm>
          <a:prstGeom prst="rect">
            <a:avLst/>
          </a:prstGeom>
          <a:effectLst/>
        </p:spPr>
      </p:pic>
      <p:sp>
        <p:nvSpPr>
          <p:cNvPr id="46" name="Oval 45">
            <a:extLst>
              <a:ext uri="{FF2B5EF4-FFF2-40B4-BE49-F238E27FC236}">
                <a16:creationId xmlns:a16="http://schemas.microsoft.com/office/drawing/2014/main" id="{A5ED48C7-CE2F-12DB-6247-84185B5D3872}"/>
              </a:ext>
            </a:extLst>
          </p:cNvPr>
          <p:cNvSpPr/>
          <p:nvPr/>
        </p:nvSpPr>
        <p:spPr>
          <a:xfrm>
            <a:off x="6192331" y="3521258"/>
            <a:ext cx="392986" cy="39298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0">
                <a:srgbClr val="D38AAD"/>
              </a:gs>
              <a:gs pos="46000">
                <a:srgbClr val="D2DA31"/>
              </a:gs>
              <a:gs pos="99000">
                <a:srgbClr val="4CC6F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7B79B8-76DF-D58B-089F-22C26C22EA1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18304" y="2250980"/>
            <a:ext cx="1922627" cy="1472650"/>
          </a:xfrm>
          <a:prstGeom prst="rect">
            <a:avLst/>
          </a:prstGeom>
          <a:effectLst>
            <a:outerShdw blurRad="359522" dist="116367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8" name="Oval 47">
            <a:extLst>
              <a:ext uri="{FF2B5EF4-FFF2-40B4-BE49-F238E27FC236}">
                <a16:creationId xmlns:a16="http://schemas.microsoft.com/office/drawing/2014/main" id="{B3DD4D22-DCBD-5AE9-B6D1-D2CA38289B81}"/>
              </a:ext>
            </a:extLst>
          </p:cNvPr>
          <p:cNvSpPr/>
          <p:nvPr/>
        </p:nvSpPr>
        <p:spPr>
          <a:xfrm>
            <a:off x="6388824" y="4005395"/>
            <a:ext cx="249050" cy="249050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0">
                <a:srgbClr val="D38AAD"/>
              </a:gs>
              <a:gs pos="46000">
                <a:srgbClr val="D2DA31"/>
              </a:gs>
              <a:gs pos="99000">
                <a:srgbClr val="4CC6F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2E66C9C6-9EBA-7118-05AF-9C8DFF92951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27305" y="2177352"/>
            <a:ext cx="2137389" cy="1619915"/>
          </a:xfrm>
          <a:prstGeom prst="rect">
            <a:avLst/>
          </a:prstGeom>
        </p:spPr>
      </p:pic>
      <p:sp>
        <p:nvSpPr>
          <p:cNvPr id="47" name="Oval 46">
            <a:extLst>
              <a:ext uri="{FF2B5EF4-FFF2-40B4-BE49-F238E27FC236}">
                <a16:creationId xmlns:a16="http://schemas.microsoft.com/office/drawing/2014/main" id="{1339CEE9-C0C9-282D-713E-E5FFAED89419}"/>
              </a:ext>
            </a:extLst>
          </p:cNvPr>
          <p:cNvSpPr/>
          <p:nvPr/>
        </p:nvSpPr>
        <p:spPr>
          <a:xfrm>
            <a:off x="6684755" y="3687347"/>
            <a:ext cx="295866" cy="29586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0">
                <a:srgbClr val="D38AAD"/>
              </a:gs>
              <a:gs pos="46000">
                <a:srgbClr val="D2DA31"/>
              </a:gs>
              <a:gs pos="99000">
                <a:srgbClr val="4CC6F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A blue and black music note&#10;&#10;Description automatically generated">
            <a:extLst>
              <a:ext uri="{FF2B5EF4-FFF2-40B4-BE49-F238E27FC236}">
                <a16:creationId xmlns:a16="http://schemas.microsoft.com/office/drawing/2014/main" id="{6A18CEE2-4A7C-65E5-719D-5947B72BD38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83344" y="912950"/>
            <a:ext cx="488028" cy="658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2521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</Words>
  <Application>Microsoft Macintosh PowerPoint</Application>
  <PresentationFormat>Widescreen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Lato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Mitchell Shiell</dc:creator>
  <cp:lastModifiedBy>Mitchell Shiell</cp:lastModifiedBy>
  <cp:revision>1</cp:revision>
  <dcterms:created xsi:type="dcterms:W3CDTF">2026-08-10T16:25:51Z</dcterms:created>
  <dcterms:modified xsi:type="dcterms:W3CDTF">2026-08-10T16:26:20Z</dcterms:modified>
</cp:coreProperties>
</file>